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2132126"/>
                <a:gridCol w="1619642"/>
                <a:gridCol w="1813844"/>
                <a:gridCol w="1216027"/>
                <a:gridCol w="1293721"/>
              </a:tblGrid>
              <a:tr h="39460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Dwelling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Owned with mortgage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Owned without mortgage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Rented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Total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507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999999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factor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999999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character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999999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character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999999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character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999999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character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460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Single detached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77.8% (3,523)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83.1% (3,552)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17.7%   (655)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61.9%  (7,730)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2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Double, row, terrace or duplex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12.7%   (575)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8.4%   (357)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25.1%   (926)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14.9%  (1,858)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2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Apartment or other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9.5%   (429)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8.5%   (364)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57.2% (2,111)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23.2%  (2,904)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12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Total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100.0% (4,527)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100.0% (4,273)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100.0% (3,692)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100.0% (12,492)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5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n: 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n: 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n: 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n: 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n: 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skiss</cp:lastModifiedBy>
  <cp:revision>3</cp:revision>
  <dcterms:created xsi:type="dcterms:W3CDTF">2017-02-13T16:18:36Z</dcterms:created>
  <dcterms:modified xsi:type="dcterms:W3CDTF">2025-10-23T14:14:26Z</dcterms:modified>
  <cp:category/>
</cp:coreProperties>
</file>